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601200" cy="12801600" type="A3"/>
  <p:notesSz cx="6858000" cy="9144000"/>
  <p:defaultTextStyle>
    <a:defPPr>
      <a:defRPr lang="pt-BR"/>
    </a:defPPr>
    <a:lvl1pPr marL="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>
        <p:scale>
          <a:sx n="80" d="100"/>
          <a:sy n="80" d="100"/>
        </p:scale>
        <p:origin x="768" y="-3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37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278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95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75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568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69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9034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98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9872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329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268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409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434146" y="626921"/>
            <a:ext cx="84681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8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TÍTULO DO TCC (LETRA MAIÚSCULA, NO MÁXIMO 2 LINHAS</a:t>
            </a:r>
          </a:p>
          <a:p>
            <a:pPr algn="ctr"/>
            <a:r>
              <a:rPr lang="pt-BR" sz="18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FONTE: TIMES NEW ROMAN(todos os textos do banner), TAMANHO: 18 (este título deve ser o mesmo da monografia)</a:t>
            </a:r>
            <a:endParaRPr lang="pt-BR" sz="18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Estrela de 5 pontas 6"/>
          <p:cNvSpPr/>
          <p:nvPr/>
        </p:nvSpPr>
        <p:spPr>
          <a:xfrm>
            <a:off x="397565" y="2760512"/>
            <a:ext cx="3504393" cy="259636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/>
              <a:t>LOGO DO PROJETO (SE HOUVER)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5458710" y="3204336"/>
            <a:ext cx="20497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1</a:t>
            </a:r>
          </a:p>
          <a:p>
            <a:pPr algn="ctr"/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2</a:t>
            </a:r>
          </a:p>
          <a:p>
            <a:pPr algn="ctr"/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3</a:t>
            </a:r>
          </a:p>
          <a:p>
            <a:pPr algn="ctr"/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4...</a:t>
            </a:r>
          </a:p>
          <a:p>
            <a:pPr algn="ctr"/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ORDEM ALFABÉTICA</a:t>
            </a:r>
          </a:p>
          <a:p>
            <a:pPr algn="ctr"/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(TAMANHO: </a:t>
            </a:r>
            <a:r>
              <a:rPr lang="pt-B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14)</a:t>
            </a:r>
            <a:endParaRPr lang="pt-B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7217491" y="5103591"/>
            <a:ext cx="20121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Orientador(es): Prof. Professor 1 e 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Professor 2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(TAMANHO: </a:t>
            </a:r>
            <a:r>
              <a:rPr lang="pt-B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3044442" y="9169401"/>
            <a:ext cx="3247548" cy="47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 do corpo do Banner, tamanho: </a:t>
            </a:r>
            <a:r>
              <a:rPr lang="pt-B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 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o texto e </a:t>
            </a:r>
            <a:r>
              <a:rPr lang="pt-B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 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os títulos. 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106759" y="5958305"/>
            <a:ext cx="91229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rial Black" panose="020B0A04020102020204" pitchFamily="34" charset="0"/>
              </a:rPr>
              <a:t>Use toda </a:t>
            </a:r>
            <a:r>
              <a:rPr lang="en-US" sz="1200" dirty="0" err="1">
                <a:latin typeface="Arial Black" panose="020B0A04020102020204" pitchFamily="34" charset="0"/>
              </a:rPr>
              <a:t>área</a:t>
            </a:r>
            <a:r>
              <a:rPr lang="en-US" sz="1200" dirty="0">
                <a:latin typeface="Arial Black" panose="020B0A04020102020204" pitchFamily="34" charset="0"/>
              </a:rPr>
              <a:t> do banner </a:t>
            </a:r>
            <a:r>
              <a:rPr lang="en-US" sz="1200" dirty="0" smtClean="0">
                <a:latin typeface="Arial Black" panose="020B0A04020102020204" pitchFamily="34" charset="0"/>
              </a:rPr>
              <a:t>para</a:t>
            </a:r>
            <a:r>
              <a:rPr lang="pt-BR" sz="1200" dirty="0" smtClean="0">
                <a:latin typeface="Arial Black" panose="020B0A04020102020204" pitchFamily="34" charset="0"/>
              </a:rPr>
              <a:t> </a:t>
            </a:r>
            <a:r>
              <a:rPr lang="pt-BR" sz="1200" dirty="0">
                <a:latin typeface="Arial Black" panose="020B0A04020102020204" pitchFamily="34" charset="0"/>
              </a:rPr>
              <a:t>colocar as informações do seu de TCC e você pode organizar do jeito que quiser. A cor, tipo de letra, tamanho de letra, a posição dos nomes dos alunos e orientadores devem ser ajustados de acordo com a necessidade. (Indique o curso e a data no </a:t>
            </a:r>
            <a:r>
              <a:rPr lang="pt-BR" sz="1200" dirty="0" err="1">
                <a:latin typeface="Arial Black" panose="020B0A04020102020204" pitchFamily="34" charset="0"/>
              </a:rPr>
              <a:t>rodap</a:t>
            </a:r>
            <a:r>
              <a:rPr lang="en-US" sz="1200" dirty="0" err="1">
                <a:latin typeface="Arial Black" panose="020B0A04020102020204" pitchFamily="34" charset="0"/>
              </a:rPr>
              <a:t>é</a:t>
            </a:r>
            <a:r>
              <a:rPr lang="en-US" sz="1200" dirty="0">
                <a:latin typeface="Arial Black" panose="020B0A04020102020204" pitchFamily="34" charset="0"/>
              </a:rPr>
              <a:t> e </a:t>
            </a:r>
            <a:r>
              <a:rPr lang="en-US" sz="1200" dirty="0" err="1">
                <a:latin typeface="Arial Black" panose="020B0A04020102020204" pitchFamily="34" charset="0"/>
              </a:rPr>
              <a:t>não</a:t>
            </a:r>
            <a:r>
              <a:rPr lang="en-US" sz="1200" dirty="0">
                <a:latin typeface="Arial Black" panose="020B0A04020102020204" pitchFamily="34" charset="0"/>
              </a:rPr>
              <a:t> </a:t>
            </a:r>
            <a:r>
              <a:rPr lang="en-US" sz="1200" dirty="0" err="1">
                <a:latin typeface="Arial Black" panose="020B0A04020102020204" pitchFamily="34" charset="0"/>
              </a:rPr>
              <a:t>altere</a:t>
            </a:r>
            <a:r>
              <a:rPr lang="en-US" sz="1200" dirty="0">
                <a:latin typeface="Arial Black" panose="020B0A04020102020204" pitchFamily="34" charset="0"/>
              </a:rPr>
              <a:t> o </a:t>
            </a:r>
            <a:r>
              <a:rPr lang="en-US" sz="1200" dirty="0" err="1">
                <a:latin typeface="Arial Black" panose="020B0A04020102020204" pitchFamily="34" charset="0"/>
              </a:rPr>
              <a:t>tamanho</a:t>
            </a:r>
            <a:r>
              <a:rPr lang="en-US" sz="1200" dirty="0">
                <a:latin typeface="Arial Black" panose="020B0A04020102020204" pitchFamily="34" charset="0"/>
              </a:rPr>
              <a:t> e </a:t>
            </a:r>
            <a:r>
              <a:rPr lang="en-US" sz="1200" dirty="0" err="1">
                <a:latin typeface="Arial Black" panose="020B0A04020102020204" pitchFamily="34" charset="0"/>
              </a:rPr>
              <a:t>tipo</a:t>
            </a:r>
            <a:r>
              <a:rPr lang="en-US" sz="1200" dirty="0">
                <a:latin typeface="Arial Black" panose="020B0A04020102020204" pitchFamily="34" charset="0"/>
              </a:rPr>
              <a:t> da </a:t>
            </a:r>
            <a:r>
              <a:rPr lang="en-US" sz="1200" dirty="0" err="1">
                <a:latin typeface="Arial Black" panose="020B0A04020102020204" pitchFamily="34" charset="0"/>
              </a:rPr>
              <a:t>letra</a:t>
            </a:r>
            <a:r>
              <a:rPr lang="en-US" sz="1200" dirty="0">
                <a:latin typeface="Arial Black" panose="020B0A04020102020204" pitchFamily="34" charset="0"/>
              </a:rPr>
              <a:t> deles)</a:t>
            </a:r>
            <a:endParaRPr lang="pt-BR" sz="1200" dirty="0">
              <a:latin typeface="Arial Black" panose="020B0A04020102020204" pitchFamily="34" charset="0"/>
            </a:endParaRPr>
          </a:p>
          <a:p>
            <a:pPr algn="ctr"/>
            <a:endParaRPr lang="pt-BR" sz="1200" dirty="0">
              <a:latin typeface="Arial Black" panose="020B0A04020102020204" pitchFamily="34" charset="0"/>
            </a:endParaRPr>
          </a:p>
          <a:p>
            <a:pPr algn="ctr"/>
            <a:r>
              <a:rPr lang="pt-BR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Lembre-se: o texto do banner deve ser </a:t>
            </a:r>
            <a:r>
              <a:rPr lang="pt-BR" sz="12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leg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ível</a:t>
            </a:r>
            <a:endParaRPr lang="pt-BR" sz="1200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r>
              <a:rPr lang="pt-BR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a uma </a:t>
            </a:r>
            <a:r>
              <a:rPr lang="pt-BR" sz="12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dist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ância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de </a:t>
            </a:r>
            <a:r>
              <a:rPr lang="en-US" sz="1200" dirty="0" smtClean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1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metros. Use sempre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fundo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BRANCO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ou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um tom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bem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suave.</a:t>
            </a:r>
            <a:endParaRPr lang="pt-BR" sz="1200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endParaRPr lang="pt-BR" sz="1200" dirty="0">
              <a:latin typeface="Arial Black" panose="020B0A04020102020204" pitchFamily="34" charset="0"/>
            </a:endParaRPr>
          </a:p>
          <a:p>
            <a:pPr algn="ctr"/>
            <a:r>
              <a:rPr lang="pt-BR" sz="1200" dirty="0">
                <a:latin typeface="Arial Black" panose="020B0A04020102020204" pitchFamily="34" charset="0"/>
              </a:rPr>
              <a:t>Procure colocar conteúdos e título que chamem a atenção do público. Use imagens, textos e tabelas. Use texto justificado(alinhado a esquerda e a direita)Para enviar à gráfica é necessário salvar como PDF.</a:t>
            </a:r>
          </a:p>
          <a:p>
            <a:pPr algn="ctr"/>
            <a:endParaRPr lang="pt-BR" sz="1200" dirty="0">
              <a:latin typeface="Arial Black" panose="020B0A04020102020204" pitchFamily="34" charset="0"/>
            </a:endParaRPr>
          </a:p>
          <a:p>
            <a:pPr algn="ctr"/>
            <a:r>
              <a:rPr lang="pt-BR" sz="1200" dirty="0">
                <a:solidFill>
                  <a:srgbClr val="FF0000"/>
                </a:solidFill>
                <a:latin typeface="Arial Black" panose="020B0A04020102020204" pitchFamily="34" charset="0"/>
              </a:rPr>
              <a:t>Enviar à gráfica somente após a aprovação do orientador.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DB01664-C6B9-9D4D-98F0-E5F4427DC4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9" y="12026688"/>
            <a:ext cx="9386645" cy="628016"/>
          </a:xfrm>
          <a:prstGeom prst="rect">
            <a:avLst/>
          </a:prstGeom>
        </p:spPr>
      </p:pic>
      <p:sp>
        <p:nvSpPr>
          <p:cNvPr id="15" name="CaixaDeTexto 14"/>
          <p:cNvSpPr txBox="1"/>
          <p:nvPr/>
        </p:nvSpPr>
        <p:spPr>
          <a:xfrm>
            <a:off x="2812620" y="12119790"/>
            <a:ext cx="2963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Técnico em Nome do Curso(Tamanho: </a:t>
            </a:r>
            <a:r>
              <a:rPr lang="pt-B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791EB26-D5A4-F64C-8AA8-ACECC6DA4E9D}"/>
              </a:ext>
            </a:extLst>
          </p:cNvPr>
          <p:cNvSpPr txBox="1"/>
          <p:nvPr/>
        </p:nvSpPr>
        <p:spPr>
          <a:xfrm>
            <a:off x="3901958" y="12319899"/>
            <a:ext cx="784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Dez/2023</a:t>
            </a:r>
          </a:p>
        </p:txBody>
      </p:sp>
      <p:pic>
        <p:nvPicPr>
          <p:cNvPr id="17" name="Imagem 16" descr="Forma&#10;&#10;Descrição gerada automaticamente com confiança média">
            <a:extLst>
              <a:ext uri="{FF2B5EF4-FFF2-40B4-BE49-F238E27FC236}">
                <a16:creationId xmlns:a16="http://schemas.microsoft.com/office/drawing/2014/main" id="{C7002294-39E8-6457-EA39-938560395F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78" y="12166852"/>
            <a:ext cx="1574082" cy="34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23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246</Words>
  <Application>Microsoft Office PowerPoint</Application>
  <PresentationFormat>Papel A3 (297 x 420 mm)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Times New Roman</vt:lpstr>
      <vt:lpstr>Verdana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EtecVAV</dc:creator>
  <cp:lastModifiedBy>EtecVAV</cp:lastModifiedBy>
  <cp:revision>5</cp:revision>
  <dcterms:created xsi:type="dcterms:W3CDTF">2025-11-04T09:54:35Z</dcterms:created>
  <dcterms:modified xsi:type="dcterms:W3CDTF">2025-11-04T10:24:22Z</dcterms:modified>
</cp:coreProperties>
</file>